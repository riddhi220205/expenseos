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234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1F4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26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766560" y="457200"/>
            <a:ext cx="1828800" cy="1828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132320" y="2377440"/>
            <a:ext cx="1463040" cy="1463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PROJECT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57200" y="14630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ExpenseOS</a:t>
            </a:r>
            <a:endParaRPr lang="en-US" sz="6000" dirty="0"/>
          </a:p>
        </p:txBody>
      </p:sp>
      <p:sp>
        <p:nvSpPr>
          <p:cNvPr id="10" name="Text 6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DCB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Containerized Expense Tracker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200" y="32004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 ·  SQLite  ·  Docker  ·  GitHub Actions  ·  nginx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F4E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· Containerize · Ship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1005840"/>
          </a:xfrm>
          <a:prstGeom prst="rect">
            <a:avLst/>
          </a:prstGeom>
          <a:solidFill>
            <a:srgbClr val="1A1F4E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502920" cy="10058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88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in manual expense tracking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4114800" cy="1005840"/>
          </a:xfrm>
          <a:prstGeom prst="rect">
            <a:avLst/>
          </a:prstGeom>
          <a:solidFill>
            <a:srgbClr val="1A1F4E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23160"/>
            <a:ext cx="502920" cy="10058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423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5146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Project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926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for a containerized solution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4114800" cy="1005840"/>
          </a:xfrm>
          <a:prstGeom prst="rect">
            <a:avLst/>
          </a:prstGeom>
          <a:solidFill>
            <a:srgbClr val="1A1F4E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57600"/>
            <a:ext cx="502920" cy="10058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657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160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SQLite · Docker · nginx · GitHub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114800" cy="1005840"/>
          </a:xfrm>
          <a:prstGeom prst="rect">
            <a:avLst/>
          </a:prstGeom>
          <a:solidFill>
            <a:srgbClr val="1A1F4E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88720"/>
            <a:ext cx="502920" cy="10058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188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12801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Workflow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16916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API design, data 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423160"/>
            <a:ext cx="4114800" cy="1005840"/>
          </a:xfrm>
          <a:prstGeom prst="rect">
            <a:avLst/>
          </a:prstGeom>
          <a:solidFill>
            <a:srgbClr val="1A1F4E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423160"/>
            <a:ext cx="502920" cy="10058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423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25146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Tools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49240" y="2926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GitHub Actions, CI/CD pipeline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4114800" cy="1005840"/>
          </a:xfrm>
          <a:prstGeom prst="rect">
            <a:avLst/>
          </a:prstGeom>
          <a:solidFill>
            <a:srgbClr val="1A1F4E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57600"/>
            <a:ext cx="502920" cy="10058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657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3749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49240" y="4160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learnings &amp;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1F4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80160"/>
            <a:ext cx="2743200" cy="164592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80160"/>
            <a:ext cx="45720" cy="1645920"/>
          </a:xfrm>
          <a:prstGeom prst="rect">
            <a:avLst/>
          </a:prstGeom>
          <a:solidFill>
            <a:srgbClr val="E17055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874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Centralized Tracking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2402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scattered across spreadsheets, receipts, and memory. No single source of truth.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743200" cy="164592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45720" cy="1645920"/>
          </a:xfrm>
          <a:prstGeom prst="rect">
            <a:avLst/>
          </a:prstGeom>
          <a:solidFill>
            <a:srgbClr val="FDCB6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4630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1874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Real-Time Insights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37560" y="22402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summaries by category or month. Manual tallying wastes hours every week.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26480" y="1280160"/>
            <a:ext cx="2743200" cy="164592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280160"/>
            <a:ext cx="45720" cy="1645920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4630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1874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Portability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63640" y="22402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tied to local machines — no containers, no reproducible deployments, 'works on my machine' syndrome.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74320" y="3108960"/>
            <a:ext cx="2743200" cy="164592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3108960"/>
            <a:ext cx="45720" cy="1645920"/>
          </a:xfrm>
          <a:prstGeom prst="rect">
            <a:avLst/>
          </a:prstGeom>
          <a:solidFill>
            <a:srgbClr val="00CEC9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2918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11480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Automated CI/CD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" y="4069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and deployment. A single bad push can break production with no safety net.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200400" y="3108960"/>
            <a:ext cx="2743200" cy="164592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00400" y="3108960"/>
            <a:ext cx="45720" cy="1645920"/>
          </a:xfrm>
          <a:prstGeom prst="rect">
            <a:avLst/>
          </a:prstGeom>
          <a:solidFill>
            <a:srgbClr val="55EFC4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29184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337560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 Bottlenecks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337560" y="4069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apps that can't be independently updated, scaled, or debugged in isolation.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6126480" y="3108960"/>
            <a:ext cx="2743200" cy="164592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26480" y="3108960"/>
            <a:ext cx="45720" cy="1645920"/>
          </a:xfrm>
          <a:prstGeom prst="rect">
            <a:avLst/>
          </a:prstGeom>
          <a:solidFill>
            <a:srgbClr val="8890C4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9184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263640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Audit Trail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263640" y="4069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unversioned. Rollbacks are manual nightmares. No visibility into what changed and when.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THIS PROJECT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F4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DCB6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2880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Build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ExpenseOS?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749040" y="365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 Rationale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749040" y="1051560"/>
            <a:ext cx="5074920" cy="841248"/>
          </a:xfrm>
          <a:prstGeom prst="rect">
            <a:avLst/>
          </a:prstGeom>
          <a:solidFill>
            <a:srgbClr val="161A44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1051560"/>
            <a:ext cx="45720" cy="841248"/>
          </a:xfrm>
          <a:prstGeom prst="rect">
            <a:avLst/>
          </a:prstGeom>
          <a:solidFill>
            <a:srgbClr val="00CEC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25272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97680" y="112471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297680" y="14538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ensures identical environments across dev, staging, and production — eliminating environment-specific bugs.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749040" y="2011680"/>
            <a:ext cx="5074920" cy="841248"/>
          </a:xfrm>
          <a:prstGeom prst="rect">
            <a:avLst/>
          </a:prstGeom>
          <a:solidFill>
            <a:srgbClr val="161A44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749040" y="2011680"/>
            <a:ext cx="45720" cy="841248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22128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97680" y="208483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Control + CI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297680" y="2414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GitHub Actions automate testing &amp; image builds on every push. Broken code is caught before it ships.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749040" y="2971800"/>
            <a:ext cx="5074920" cy="841248"/>
          </a:xfrm>
          <a:prstGeom prst="rect">
            <a:avLst/>
          </a:prstGeom>
          <a:solidFill>
            <a:srgbClr val="161A44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749040" y="2971800"/>
            <a:ext cx="45720" cy="841248"/>
          </a:xfrm>
          <a:prstGeom prst="rect">
            <a:avLst/>
          </a:prstGeom>
          <a:solidFill>
            <a:srgbClr val="FDCB6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17296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297680" y="304495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Velocity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297680" y="337413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the full stack in one command: docker compose up. No manual setup, no dependency hell.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749040" y="3931920"/>
            <a:ext cx="5074920" cy="841248"/>
          </a:xfrm>
          <a:prstGeom prst="rect">
            <a:avLst/>
          </a:prstGeom>
          <a:solidFill>
            <a:srgbClr val="161A44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749040" y="3931920"/>
            <a:ext cx="45720" cy="841248"/>
          </a:xfrm>
          <a:prstGeom prst="rect">
            <a:avLst/>
          </a:prstGeom>
          <a:solidFill>
            <a:srgbClr val="E17055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413308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97680" y="400507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Microservice Mindset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297680" y="43342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run as independent containers — update one without touching the other.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4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788920" cy="169164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2788920" cy="54864"/>
          </a:xfrm>
          <a:prstGeom prst="rect">
            <a:avLst/>
          </a:prstGeom>
          <a:solidFill>
            <a:srgbClr val="68A06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0759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3075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20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15819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6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RUNTIME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38328" y="189280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 with full CRUD endpoints, filter queries, and summary aggregations.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1143000"/>
            <a:ext cx="2788920" cy="169164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143000"/>
            <a:ext cx="2788920" cy="54864"/>
          </a:xfrm>
          <a:prstGeom prst="rect">
            <a:avLst/>
          </a:prstGeom>
          <a:solidFill>
            <a:srgbClr val="00CEC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0759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13075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+ better-sqlite3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794760" y="15819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264408" y="189280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zero-config file-based DB. Persisted via Docker named volumes.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80760" y="1143000"/>
            <a:ext cx="2788920" cy="169164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1143000"/>
            <a:ext cx="2788920" cy="54864"/>
          </a:xfrm>
          <a:prstGeom prst="rect">
            <a:avLst/>
          </a:prstGeom>
          <a:solidFill>
            <a:srgbClr val="009688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30759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13075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nginx 1.25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720840" y="15819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SERVER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6190488" y="189280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static HTML/CSS/JS and reverse-proxies /api/* to the backend container.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28600" y="3017520"/>
            <a:ext cx="2788920" cy="169164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28600" y="3017520"/>
            <a:ext cx="2788920" cy="54864"/>
          </a:xfrm>
          <a:prstGeom prst="rect">
            <a:avLst/>
          </a:prstGeom>
          <a:solidFill>
            <a:srgbClr val="2496ED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182112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8680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+ Compose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68680" y="34564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338328" y="376732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Dockerfiles, non-root users, health checks, named volumes for data.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154680" y="3017520"/>
            <a:ext cx="2788920" cy="169164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154680" y="3017520"/>
            <a:ext cx="2788920" cy="54864"/>
          </a:xfrm>
          <a:prstGeom prst="rect">
            <a:avLst/>
          </a:prstGeom>
          <a:solidFill>
            <a:srgbClr val="8890C4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182112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94760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+ Actions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794760" y="34564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3264408" y="376732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→ lint → build → push pipeline on every push to main or dev.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080760" y="3017520"/>
            <a:ext cx="2788920" cy="1691640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080760" y="3017520"/>
            <a:ext cx="2788920" cy="54864"/>
          </a:xfrm>
          <a:prstGeom prst="rect">
            <a:avLst/>
          </a:prstGeom>
          <a:solidFill>
            <a:srgbClr val="FDCB6E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182112"/>
            <a:ext cx="411480" cy="411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20840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Vanilla HTML/JS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720840" y="34564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6190488" y="376732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Zero-framework SPA: Dashboard, Add, History, Summary — all in one file, no build step.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Data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240280" cy="1371600"/>
          </a:xfrm>
          <a:prstGeom prst="rect">
            <a:avLst/>
          </a:prstGeom>
          <a:solidFill>
            <a:srgbClr val="161A44"/>
          </a:solidFill>
          <a:ln w="12700">
            <a:solidFill>
              <a:srgbClr val="00CEC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240280" cy="54864"/>
          </a:xfrm>
          <a:prstGeom prst="rect">
            <a:avLst/>
          </a:prstGeom>
          <a:solidFill>
            <a:srgbClr val="00CEC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02412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572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901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E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· HTML/JS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600200"/>
            <a:ext cx="1234440" cy="0"/>
          </a:xfrm>
          <a:prstGeom prst="line">
            <a:avLst/>
          </a:prstGeom>
          <a:noFill/>
          <a:ln w="25400">
            <a:solidFill>
              <a:srgbClr val="8890C4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3200400" y="14356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74720" y="914400"/>
            <a:ext cx="2240280" cy="1371600"/>
          </a:xfrm>
          <a:prstGeom prst="rect">
            <a:avLst/>
          </a:prstGeom>
          <a:solidFill>
            <a:srgbClr val="161A44"/>
          </a:solidFill>
          <a:ln w="12700">
            <a:solidFill>
              <a:srgbClr val="6C5CE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914400"/>
            <a:ext cx="2240280" cy="54864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02412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1572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1901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5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· Express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715000" y="1600200"/>
            <a:ext cx="1234440" cy="0"/>
          </a:xfrm>
          <a:prstGeom prst="line">
            <a:avLst/>
          </a:prstGeom>
          <a:noFill/>
          <a:ln w="25400">
            <a:solidFill>
              <a:srgbClr val="8890C4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6309360" y="14356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583680" y="914400"/>
            <a:ext cx="2240280" cy="1371600"/>
          </a:xfrm>
          <a:prstGeom prst="rect">
            <a:avLst/>
          </a:prstGeom>
          <a:solidFill>
            <a:srgbClr val="161A44"/>
          </a:solidFill>
          <a:ln w="12700">
            <a:solidFill>
              <a:srgbClr val="FDCB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83680" y="914400"/>
            <a:ext cx="2240280" cy="54864"/>
          </a:xfrm>
          <a:prstGeom prst="rect">
            <a:avLst/>
          </a:prstGeom>
          <a:solidFill>
            <a:srgbClr val="FDCB6E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02412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83680" y="1572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83680" y="1901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· Volume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57200" y="2560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DCB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→ Response Flow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65760" y="2980944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6" name="Text 21"/>
          <p:cNvSpPr/>
          <p:nvPr/>
        </p:nvSpPr>
        <p:spPr>
          <a:xfrm>
            <a:off x="36576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49808" y="29443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browser → nginx serves index.html from frontend container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65760" y="3374136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9" name="Text 24"/>
          <p:cNvSpPr/>
          <p:nvPr/>
        </p:nvSpPr>
        <p:spPr>
          <a:xfrm>
            <a:off x="365760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749808" y="33375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 (add/view) → JS calls /api/* endpoint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365760" y="3767328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2" name="Text 27"/>
          <p:cNvSpPr/>
          <p:nvPr/>
        </p:nvSpPr>
        <p:spPr>
          <a:xfrm>
            <a:off x="36576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749808" y="3730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reverse-proxies request → backend container (port 5000)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365760" y="4160520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5" name="Text 30"/>
          <p:cNvSpPr/>
          <p:nvPr/>
        </p:nvSpPr>
        <p:spPr>
          <a:xfrm>
            <a:off x="36576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749808" y="412394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validates, queries SQLite DB → returns JSON response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365760" y="4553712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8" name="Text 33"/>
          <p:cNvSpPr/>
          <p:nvPr/>
        </p:nvSpPr>
        <p:spPr>
          <a:xfrm>
            <a:off x="36576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749808" y="451713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renders data: history table, summary charts, stat cards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TOOLS — DOCKER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496ED">
              <a:alpha val="13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— Containerization Engine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74320" y="1188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Dockerfile Features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682496"/>
            <a:ext cx="201168" cy="201168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1618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(builder → runtime) — slim final image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2185416"/>
            <a:ext cx="201168" cy="201168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121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node:20-alpine base — minimal attack surface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2688336"/>
            <a:ext cx="201168" cy="201168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2624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 (appuser) — security best practice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191256"/>
            <a:ext cx="201168" cy="201168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3127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dumb-init — proper PID 1 signal handling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3694176"/>
            <a:ext cx="201168" cy="201168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3630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— auto-restart on failure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00600" y="1188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EF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docker-compose.yml Highlights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00600" y="1682496"/>
            <a:ext cx="201168" cy="201168"/>
          </a:xfrm>
          <a:prstGeom prst="ellipse">
            <a:avLst/>
          </a:prstGeom>
          <a:solidFill>
            <a:srgbClr val="55EFC4"/>
          </a:solidFill>
          <a:ln/>
        </p:spPr>
      </p:sp>
      <p:sp>
        <p:nvSpPr>
          <p:cNvPr id="20" name="Text 17"/>
          <p:cNvSpPr/>
          <p:nvPr/>
        </p:nvSpPr>
        <p:spPr>
          <a:xfrm>
            <a:off x="5093208" y="16184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frontend as separate services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00600" y="2185416"/>
            <a:ext cx="201168" cy="201168"/>
          </a:xfrm>
          <a:prstGeom prst="ellipse">
            <a:avLst/>
          </a:prstGeom>
          <a:solidFill>
            <a:srgbClr val="55EFC4"/>
          </a:solidFill>
          <a:ln/>
        </p:spPr>
      </p:sp>
      <p:sp>
        <p:nvSpPr>
          <p:cNvPr id="22" name="Text 19"/>
          <p:cNvSpPr/>
          <p:nvPr/>
        </p:nvSpPr>
        <p:spPr>
          <a:xfrm>
            <a:off x="5093208" y="2121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volume: expense-data → SQLite persists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00600" y="2688336"/>
            <a:ext cx="201168" cy="201168"/>
          </a:xfrm>
          <a:prstGeom prst="ellipse">
            <a:avLst/>
          </a:prstGeom>
          <a:solidFill>
            <a:srgbClr val="55EFC4"/>
          </a:solidFill>
          <a:ln/>
        </p:spPr>
      </p:sp>
      <p:sp>
        <p:nvSpPr>
          <p:cNvPr id="24" name="Text 21"/>
          <p:cNvSpPr/>
          <p:nvPr/>
        </p:nvSpPr>
        <p:spPr>
          <a:xfrm>
            <a:off x="5093208" y="2624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service_healthy dependency — frontend waits for API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00600" y="3191256"/>
            <a:ext cx="201168" cy="201168"/>
          </a:xfrm>
          <a:prstGeom prst="ellipse">
            <a:avLst/>
          </a:prstGeom>
          <a:solidFill>
            <a:srgbClr val="55EFC4"/>
          </a:solidFill>
          <a:ln/>
        </p:spPr>
      </p:sp>
      <p:sp>
        <p:nvSpPr>
          <p:cNvPr id="26" name="Text 23"/>
          <p:cNvSpPr/>
          <p:nvPr/>
        </p:nvSpPr>
        <p:spPr>
          <a:xfrm>
            <a:off x="5093208" y="31272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bridge network: expense-net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00600" y="3694176"/>
            <a:ext cx="201168" cy="201168"/>
          </a:xfrm>
          <a:prstGeom prst="ellipse">
            <a:avLst/>
          </a:prstGeom>
          <a:solidFill>
            <a:srgbClr val="55EFC4"/>
          </a:solidFill>
          <a:ln/>
        </p:spPr>
      </p:sp>
      <p:sp>
        <p:nvSpPr>
          <p:cNvPr id="28" name="Text 25"/>
          <p:cNvSpPr/>
          <p:nvPr/>
        </p:nvSpPr>
        <p:spPr>
          <a:xfrm>
            <a:off x="5093208" y="3630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(frontend) + 5000 (API) exposed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26280" y="1188720"/>
            <a:ext cx="0" cy="3657600"/>
          </a:xfrm>
          <a:prstGeom prst="line">
            <a:avLst/>
          </a:prstGeom>
          <a:noFill/>
          <a:ln w="12700">
            <a:solidFill>
              <a:srgbClr val="1E226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2153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343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E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   →   Full stack running at http://localhost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TOOLS — GITHUB &amp; CI/CD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+ GitHub Actions Pipeline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Shape 4"/>
          <p:cNvSpPr/>
          <p:nvPr/>
        </p:nvSpPr>
        <p:spPr>
          <a:xfrm>
            <a:off x="228600" y="1143000"/>
            <a:ext cx="1508760" cy="1371600"/>
          </a:xfrm>
          <a:prstGeom prst="rect">
            <a:avLst/>
          </a:prstGeom>
          <a:solidFill>
            <a:srgbClr val="161A44"/>
          </a:solidFill>
          <a:ln w="12700">
            <a:solidFill>
              <a:srgbClr val="88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1143000"/>
            <a:ext cx="1508760" cy="45720"/>
          </a:xfrm>
          <a:prstGeom prst="rect">
            <a:avLst/>
          </a:prstGeom>
          <a:solidFill>
            <a:srgbClr val="8890C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280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8600" y="17647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28600" y="2075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or dev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737360" y="167335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965960" y="1143000"/>
            <a:ext cx="1508760" cy="1371600"/>
          </a:xfrm>
          <a:prstGeom prst="rect">
            <a:avLst/>
          </a:prstGeom>
          <a:solidFill>
            <a:srgbClr val="161A44"/>
          </a:solidFill>
          <a:ln w="12700">
            <a:solidFill>
              <a:srgbClr val="00CEC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965960" y="1143000"/>
            <a:ext cx="1508760" cy="45720"/>
          </a:xfrm>
          <a:prstGeom prst="rect">
            <a:avLst/>
          </a:prstGeom>
          <a:solidFill>
            <a:srgbClr val="00CEC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12801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17647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Test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965960" y="2075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 + Supertest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3474720" y="167335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703320" y="1143000"/>
            <a:ext cx="1508760" cy="1371600"/>
          </a:xfrm>
          <a:prstGeom prst="rect">
            <a:avLst/>
          </a:prstGeom>
          <a:solidFill>
            <a:srgbClr val="161A44"/>
          </a:solidFill>
          <a:ln w="12700">
            <a:solidFill>
              <a:srgbClr val="249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703320" y="1143000"/>
            <a:ext cx="1508760" cy="45720"/>
          </a:xfrm>
          <a:prstGeom prst="rect">
            <a:avLst/>
          </a:prstGeom>
          <a:solidFill>
            <a:srgbClr val="2496E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12801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03320" y="17647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🐳 Build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703320" y="2075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multi-platform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5212080" y="167335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40680" y="1143000"/>
            <a:ext cx="1508760" cy="1371600"/>
          </a:xfrm>
          <a:prstGeom prst="rect">
            <a:avLst/>
          </a:prstGeom>
          <a:solidFill>
            <a:srgbClr val="161A44"/>
          </a:solidFill>
          <a:ln w="12700">
            <a:solidFill>
              <a:srgbClr val="6C5CE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440680" y="1143000"/>
            <a:ext cx="1508760" cy="45720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128016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0680" y="17647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Push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40680" y="2075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 image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 + sha tag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6949440" y="167335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7178040" y="1143000"/>
            <a:ext cx="1508760" cy="1371600"/>
          </a:xfrm>
          <a:prstGeom prst="rect">
            <a:avLst/>
          </a:prstGeom>
          <a:solidFill>
            <a:srgbClr val="161A44"/>
          </a:solidFill>
          <a:ln w="12700">
            <a:solidFill>
              <a:srgbClr val="E170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7178040" y="1143000"/>
            <a:ext cx="1508760" cy="45720"/>
          </a:xfrm>
          <a:prstGeom prst="rect">
            <a:avLst/>
          </a:prstGeom>
          <a:solidFill>
            <a:srgbClr val="E17055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128016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78040" y="17647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Lint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7178040" y="2075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Hadolint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audit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274320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CB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 Strategy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274320" y="3154680"/>
            <a:ext cx="1371600" cy="38404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8" name="Text 30"/>
          <p:cNvSpPr/>
          <p:nvPr/>
        </p:nvSpPr>
        <p:spPr>
          <a:xfrm>
            <a:off x="274320" y="3154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173736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protected branch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274320" y="3703320"/>
            <a:ext cx="1371600" cy="384048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1" name="Text 33"/>
          <p:cNvSpPr/>
          <p:nvPr/>
        </p:nvSpPr>
        <p:spPr>
          <a:xfrm>
            <a:off x="274320" y="3703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1737360" y="3703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branch — all features merge here first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274320" y="4251960"/>
            <a:ext cx="1371600" cy="384048"/>
          </a:xfrm>
          <a:prstGeom prst="rect">
            <a:avLst/>
          </a:prstGeom>
          <a:solidFill>
            <a:srgbClr val="1E2260"/>
          </a:solidFill>
          <a:ln/>
        </p:spPr>
      </p:sp>
      <p:sp>
        <p:nvSpPr>
          <p:cNvPr id="44" name="Text 36"/>
          <p:cNvSpPr/>
          <p:nvPr/>
        </p:nvSpPr>
        <p:spPr>
          <a:xfrm>
            <a:off x="274320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1737360" y="4251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branches per feature or fix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5029200" y="2743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E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GitHub Actions Automates</a:t>
            </a:r>
            <a:endParaRPr lang="en-US" sz="1400" dirty="0"/>
          </a:p>
        </p:txBody>
      </p:sp>
      <p:sp>
        <p:nvSpPr>
          <p:cNvPr id="47" name="Shape 39"/>
          <p:cNvSpPr/>
          <p:nvPr/>
        </p:nvSpPr>
        <p:spPr>
          <a:xfrm>
            <a:off x="5029200" y="3273552"/>
            <a:ext cx="182880" cy="18288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48" name="Text 40"/>
          <p:cNvSpPr/>
          <p:nvPr/>
        </p:nvSpPr>
        <p:spPr>
          <a:xfrm>
            <a:off x="5303520" y="32004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Jest tests on every push — no manual testing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5029200" y="3694176"/>
            <a:ext cx="182880" cy="18288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50" name="Text 42"/>
          <p:cNvSpPr/>
          <p:nvPr/>
        </p:nvSpPr>
        <p:spPr>
          <a:xfrm>
            <a:off x="5303520" y="362102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tags Docker images (branch name + git SHA)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5029200" y="4114800"/>
            <a:ext cx="182880" cy="18288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52" name="Text 44"/>
          <p:cNvSpPr/>
          <p:nvPr/>
        </p:nvSpPr>
        <p:spPr>
          <a:xfrm>
            <a:off x="5303520" y="40416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 GitHub Container Registry (GHCR) automatically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5029200" y="4535424"/>
            <a:ext cx="182880" cy="18288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54" name="Text 46"/>
          <p:cNvSpPr/>
          <p:nvPr/>
        </p:nvSpPr>
        <p:spPr>
          <a:xfrm>
            <a:off x="5303520" y="44622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Lints Dockerfiles with Hadolint</a:t>
            </a:r>
            <a:endParaRPr lang="en-US" sz="950" dirty="0"/>
          </a:p>
        </p:txBody>
      </p:sp>
      <p:sp>
        <p:nvSpPr>
          <p:cNvPr id="55" name="Shape 47"/>
          <p:cNvSpPr/>
          <p:nvPr/>
        </p:nvSpPr>
        <p:spPr>
          <a:xfrm>
            <a:off x="5029200" y="4956048"/>
            <a:ext cx="182880" cy="18288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56" name="Text 48"/>
          <p:cNvSpPr/>
          <p:nvPr/>
        </p:nvSpPr>
        <p:spPr>
          <a:xfrm>
            <a:off x="5303520" y="488289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npm packages for vulnerabilities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ON DEVOPS TOOLS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4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Tool Notes &amp; Decisions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274320" y="1143000"/>
            <a:ext cx="8595360" cy="850392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43000"/>
            <a:ext cx="64008" cy="85039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16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472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Docker?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06040" y="1216152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guarantee that the app runs identically on every machine. Multi-stage Dockerfiles keep image sizes small by discarding build tools. dumb-init ensures SIGTERM is forwarded so containers shut down cleanly.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14600" y="1234440"/>
            <a:ext cx="0" cy="667512"/>
          </a:xfrm>
          <a:prstGeom prst="line">
            <a:avLst/>
          </a:prstGeom>
          <a:noFill/>
          <a:ln w="12700">
            <a:solidFill>
              <a:srgbClr val="1E22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2103120"/>
            <a:ext cx="8595360" cy="850392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103120"/>
            <a:ext cx="64008" cy="85039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E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24323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Compose over K8s?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06040" y="2176272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2-service app, Compose is the right size. Kubernetes adds significant operational overhead not justified at this scale. Compose gives us service discovery, volume management, and health checks — plenty for a dev/demo environment.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514600" y="2194560"/>
            <a:ext cx="0" cy="667512"/>
          </a:xfrm>
          <a:prstGeom prst="line">
            <a:avLst/>
          </a:prstGeom>
          <a:noFill/>
          <a:ln w="12700">
            <a:solidFill>
              <a:srgbClr val="1E22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3063240"/>
            <a:ext cx="8595360" cy="850392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3063240"/>
            <a:ext cx="64008" cy="850392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3392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SQLite not PostgreSQL?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606040" y="3136392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requires zero infrastructure and is perfectly adequate for single-user or low-concurrency workloads. The data is persisted in a named Docker volume so it survives container restarts. Upgrading to Postgres later requires minimal code changes.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514600" y="3154680"/>
            <a:ext cx="0" cy="667512"/>
          </a:xfrm>
          <a:prstGeom prst="line">
            <a:avLst/>
          </a:prstGeom>
          <a:noFill/>
          <a:ln w="12700">
            <a:solidFill>
              <a:srgbClr val="1E226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4023360"/>
            <a:ext cx="8595360" cy="850392"/>
          </a:xfrm>
          <a:prstGeom prst="rect">
            <a:avLst/>
          </a:prstGeom>
          <a:solidFill>
            <a:srgbClr val="161A44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4023360"/>
            <a:ext cx="64008" cy="85039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C5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" y="43525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GitHub Actions?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606040" y="4096512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GitHub integration means no external CI server to maintain. GITHUB_TOKEN enables GHCR image pushes without storing secrets. Build caching (cache-from: type=gha) cuts pipeline time by 60%+ on repeat runs.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514600" y="4114800"/>
            <a:ext cx="0" cy="667512"/>
          </a:xfrm>
          <a:prstGeom prst="line">
            <a:avLst/>
          </a:prstGeom>
          <a:noFill/>
          <a:ln w="12700">
            <a:solidFill>
              <a:srgbClr val="1E226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4834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498080" y="2286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B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&amp; </a:t>
            </a:r>
            <a:r>
              <a:rPr lang="en-US" sz="2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2148840"/>
            <a:ext cx="4160520" cy="1234440"/>
          </a:xfrm>
          <a:prstGeom prst="rect">
            <a:avLst/>
          </a:prstGeom>
          <a:solidFill>
            <a:srgbClr val="161A44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2148840"/>
            <a:ext cx="54864" cy="1234440"/>
          </a:xfrm>
          <a:prstGeom prst="rect">
            <a:avLst/>
          </a:prstGeom>
          <a:solidFill>
            <a:srgbClr val="00CEC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5603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225856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Containerized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32688" y="2624328"/>
            <a:ext cx="34015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Docker containers orchestrated by Compose with health checks, volumes, and networking.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09160" y="2148840"/>
            <a:ext cx="4160520" cy="1234440"/>
          </a:xfrm>
          <a:prstGeom prst="rect">
            <a:avLst/>
          </a:prstGeom>
          <a:solidFill>
            <a:srgbClr val="161A44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2148840"/>
            <a:ext cx="54864" cy="1234440"/>
          </a:xfrm>
          <a:prstGeom prst="rect">
            <a:avLst/>
          </a:prstGeom>
          <a:solidFill>
            <a:srgbClr val="FDCB6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56032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67528" y="225856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CI/CD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367528" y="2624328"/>
            <a:ext cx="34015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git push triggers tests, builds, and image pushes — zero manual steps to ship.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74320" y="3566160"/>
            <a:ext cx="4160520" cy="1234440"/>
          </a:xfrm>
          <a:prstGeom prst="rect">
            <a:avLst/>
          </a:prstGeom>
          <a:solidFill>
            <a:srgbClr val="161A44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74320" y="3566160"/>
            <a:ext cx="54864" cy="1234440"/>
          </a:xfrm>
          <a:prstGeom prst="rect">
            <a:avLst/>
          </a:prstGeom>
          <a:solidFill>
            <a:srgbClr val="E1705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97764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6758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Product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4041648"/>
            <a:ext cx="34015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expense tracker with CRUD, category filters, monthly summaries and rich UI.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709160" y="3566160"/>
            <a:ext cx="4160520" cy="1234440"/>
          </a:xfrm>
          <a:prstGeom prst="rect">
            <a:avLst/>
          </a:prstGeom>
          <a:solidFill>
            <a:srgbClr val="161A44"/>
          </a:solidFill>
          <a:ln w="12700">
            <a:solidFill>
              <a:srgbClr val="1E2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09160" y="3566160"/>
            <a:ext cx="54864" cy="1234440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97764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67528" y="36758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Mindset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367528" y="4041648"/>
            <a:ext cx="34015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IaC, immutable containers, version-controlled pipelines, and reproducible builds.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27" name="Text 20"/>
          <p:cNvSpPr/>
          <p:nvPr/>
        </p:nvSpPr>
        <p:spPr>
          <a:xfrm>
            <a:off x="457200" y="4782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E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command to rule them all:   docker compose up --build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1059</Words>
  <Application>Microsoft Office PowerPoint</Application>
  <PresentationFormat>On-screen Show (16:9)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ExpenseOS — Containerized Expense Tracker</dc:title>
  <dc:subject>PptxGenJS Presentation</dc:subject>
  <dc:creator>ExpenseOS DevOps Project</dc:creator>
  <cp:lastModifiedBy>Riddhi Vatsala</cp:lastModifiedBy>
  <cp:revision>2</cp:revision>
  <dcterms:created xsi:type="dcterms:W3CDTF">2026-04-10T14:49:07Z</dcterms:created>
  <dcterms:modified xsi:type="dcterms:W3CDTF">2026-04-11T04:31:22Z</dcterms:modified>
</cp:coreProperties>
</file>